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73" r:id="rId11"/>
    <p:sldId id="274" r:id="rId12"/>
    <p:sldId id="264" r:id="rId13"/>
    <p:sldId id="268" r:id="rId14"/>
    <p:sldId id="271" r:id="rId15"/>
    <p:sldId id="265" r:id="rId16"/>
    <p:sldId id="266" r:id="rId17"/>
    <p:sldId id="267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41094-35AA-4F5B-A92B-50FC3983879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B495B-FC80-49AE-87DF-BCF92D010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21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B495B-FC80-49AE-87DF-BCF92D0108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65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80F4-EA00-5E04-411E-D8B768729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1CE5C-1F8B-DD07-2993-0D5F398CA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11F8F-C8FC-928F-4686-76395C36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909B-34E3-B920-A3E0-91C76EA3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09909-5821-518F-3B91-2FDB0760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224D-26F2-1D24-A1D9-0180A09F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5098-74AE-1055-D109-B998E9A0C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1FD8-772A-4064-ECC0-6080D859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F07FB-5224-80D0-972A-390C5208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D92DF-9FA8-FDB6-9896-672FE83E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1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8F47-BD06-9690-629B-33DC3B83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A953D-CC99-77A7-6EFA-165034751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63A8-FF86-197F-7B0B-7680B8C3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BD8CF-E7F7-4365-523A-99FDB15D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2E46A-FF98-5C88-84E8-1767B435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97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8D2F-9787-604E-6944-11F59A6C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D4E8-383B-A034-E28B-727D282AF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92812-6D95-109A-82BB-097BEAEB1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618C7-53B2-F2DB-966D-EDE97A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92268-0EE3-0E02-96C7-18D832A2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4FF35-7009-77EB-3EDD-FF6C47C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19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538-00C8-F694-6FF1-AD7E7594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3A600-73D9-CE3C-A0FF-55756270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A728F-D045-AA4C-D8B0-561D69179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5C5D-402D-1A8B-FC14-7FC685D8B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DEB74-9D09-ABC4-0181-FE5E6E4AC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4BF61-72E3-8852-3C58-F75F4229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1D06A-0F1C-2F9C-C64C-D3A41094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4A41E-14B1-9758-1180-24A134D4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43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FE42-389F-9763-337A-9FA192BD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8CDD3-F14E-9DEE-8682-C2A92E63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25238-E85F-E64C-7C87-F70B485D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5F167-AA48-B9CE-4923-6686683E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31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273DC-792A-B9F2-F96E-5D9F2F1A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40216-2625-0DA1-AB71-452BB1EA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41BB1-BC4E-00AA-4514-EA57ED8C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3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5E2A-3A6D-51CB-4485-D09391B7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DEB6-F302-732A-1407-3A64BBEF2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344F7-34D2-E1C2-3987-7FBF9E9EA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8E69E-8CA3-B58B-4506-F50BF795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41AAA-FBDB-3BC3-AE2A-2065D820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76DDE-F789-E433-42BF-970303B9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47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9ED1-95BA-9EF8-C4E8-C64D6312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49C22-58A8-CC55-8BA9-F8AA4E986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DE643-6789-C657-45B9-078D5AB4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2BA7E-F482-2E5B-920C-80A4A34D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E78EF-8E9D-696B-CC1B-CA31E31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0AB6F-43E3-416B-8158-D3E50B17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64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10D8-5303-D9B6-6F18-C2B590B9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E1D85-257D-2BDA-C8BF-EE9C3478D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53B0D-6E08-F601-5E09-84D5CF22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60BD4-352F-309A-F632-32B7A1EF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37FCB-A065-008B-5B42-3B72F88F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09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3F5CBC-6189-12C4-E6BC-F0A92DBC7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B27D0-F78C-F712-E196-46B7E9152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DDE27-99DE-ED67-1692-A81FE491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68FF-C201-D9DC-20C5-74DD83CE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F4C1-F9DB-07F9-24A1-6AD4EED3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3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0FFEB-90AA-F50E-FC40-0FD6E9B5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4F910-A424-25EF-7EB1-6F76B9976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41B16-CA96-E689-5F78-05241468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32F86-89A8-4BFD-BF61-57571CFF5A7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BA32-5CA3-9DC9-1237-D845CF94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DEE52-2AC1-ED54-0775-421C8261C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6D240-0037-444E-A4CD-D68CF1036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50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E73F-E5CA-6E60-E20F-EA5DDD42F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00" y="2270442"/>
            <a:ext cx="11694160" cy="1468437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IoT-Enabled Smart Medicine Reminder System with Real-Time Patient Monitoring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3B41A-BF2C-79CB-2485-B057C3457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768" y="323582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ECA1418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2939D-BC4E-16F7-F4D4-4334CA7927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33680"/>
            <a:ext cx="12115800" cy="960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8C0AAB-8A68-235C-655F-BE49E2A32A88}"/>
              </a:ext>
            </a:extLst>
          </p:cNvPr>
          <p:cNvSpPr txBox="1"/>
          <p:nvPr/>
        </p:nvSpPr>
        <p:spPr>
          <a:xfrm>
            <a:off x="9109710" y="4267861"/>
            <a:ext cx="37363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Presented by :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Y. Sai Mahathi (192472221)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M. Nandhini (192472318)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 Harika Devi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192412592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Harsheka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 Pradeep (192412531)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S.K Jananipriya (192412105)</a:t>
            </a:r>
          </a:p>
          <a:p>
            <a:pPr rtl="0">
              <a:buNone/>
            </a:pPr>
            <a:endParaRPr lang="en-IN" b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6714A-E339-510B-FB63-677F5010BEFB}"/>
              </a:ext>
            </a:extLst>
          </p:cNvPr>
          <p:cNvSpPr txBox="1"/>
          <p:nvPr/>
        </p:nvSpPr>
        <p:spPr>
          <a:xfrm>
            <a:off x="407416" y="5087553"/>
            <a:ext cx="2070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Supervised by :</a:t>
            </a:r>
            <a:endParaRPr lang="en-IN" sz="1800" b="1" i="0" u="none" strike="noStrik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rtl="0">
              <a:buNone/>
            </a:pPr>
            <a:endParaRPr lang="en-IN" b="0" dirty="0">
              <a:effectLst/>
            </a:endParaRPr>
          </a:p>
          <a:p>
            <a:pPr rtl="0"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Dr. H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. Shree Kumar </a:t>
            </a:r>
            <a:endParaRPr lang="en-IN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285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473C-DB9F-85D7-A92C-3E1C85DC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200" y="192405"/>
            <a:ext cx="52578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10F2-AEC7-66C1-E745-120BC7E99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325563"/>
            <a:ext cx="5359400" cy="5340032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adherence is essential for maintaining good health. </a:t>
            </a:r>
          </a:p>
          <a:p>
            <a:pPr algn="just">
              <a:lnSpc>
                <a:spcPct val="150000"/>
              </a:lnSpc>
            </a:pPr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patients, especially elderly individuals, forget to take medicines on time. </a:t>
            </a:r>
          </a:p>
          <a:p>
            <a:pPr algn="just">
              <a:lnSpc>
                <a:spcPct val="150000"/>
              </a:lnSpc>
            </a:pPr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medications can lead to serious health complications. </a:t>
            </a:r>
          </a:p>
          <a:p>
            <a:pPr algn="just">
              <a:lnSpc>
                <a:spcPct val="150000"/>
              </a:lnSpc>
            </a:pPr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IoT-based system provides timely medicine reminders through alerts and notifications. </a:t>
            </a:r>
          </a:p>
          <a:p>
            <a:pPr algn="just">
              <a:lnSpc>
                <a:spcPct val="150000"/>
              </a:lnSpc>
            </a:pPr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records medicine intake status and enables remote monitoring through the Blynk cloud platform.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7E8D3-4CA3-94FD-478B-90B3B2A9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160" y="1517968"/>
            <a:ext cx="4871720" cy="4227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5AAE84-4132-3EDA-1FC4-6410406EB19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6361" y="-17321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40CE71-B25E-A4DB-2AA6-DA848C1310B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71" y="900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02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AC70-3267-E672-8D74-20619B74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160" y="120649"/>
            <a:ext cx="6263640" cy="110267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23AD8-82BB-E6A9-4E04-7DF70D26389C}"/>
              </a:ext>
            </a:extLst>
          </p:cNvPr>
          <p:cNvSpPr txBox="1"/>
          <p:nvPr/>
        </p:nvSpPr>
        <p:spPr>
          <a:xfrm>
            <a:off x="201815" y="1223328"/>
            <a:ext cx="5376026" cy="221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forget medication schedules.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tracking of medicine intake.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Caregivers cannot monitor medication status remotely.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doses can affect patient health.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B9D9D-D65D-D9B3-59AF-92A576856739}"/>
              </a:ext>
            </a:extLst>
          </p:cNvPr>
          <p:cNvSpPr txBox="1"/>
          <p:nvPr/>
        </p:nvSpPr>
        <p:spPr>
          <a:xfrm>
            <a:off x="393007" y="3825315"/>
            <a:ext cx="6505633" cy="262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IoT-based medicine reminder system that: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timely reminders.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medicine intake.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records through cloud technology.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caregivers with remote notifications.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448085-617F-4497-E9DD-8788D4B9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687" y="1612914"/>
            <a:ext cx="5076354" cy="46408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29BC30-53A5-2E41-F0A3-2B309CFD246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815" y="546"/>
            <a:ext cx="1135117" cy="134288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432652-B38D-B278-80DA-F6D7CE28EEA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195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F43D-2709-2EC1-F175-8FEA7003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740" y="202565"/>
            <a:ext cx="51054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BEB233-7BF3-5EDE-1B67-01B561B3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324927"/>
            <a:ext cx="10454639" cy="5127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A00F46-6508-847F-1B0F-4BF40F5E93A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5592" y="92304"/>
            <a:ext cx="1135117" cy="134288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68E51F-0725-561D-402B-ADBFEF3B08F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642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7057-B040-EC2A-5ACF-235885C0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344805"/>
            <a:ext cx="583692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0D4E4F-281E-B048-870F-8673F732D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285259"/>
              </p:ext>
            </p:extLst>
          </p:nvPr>
        </p:nvGraphicFramePr>
        <p:xfrm>
          <a:off x="81280" y="1825624"/>
          <a:ext cx="11958321" cy="4961256"/>
        </p:xfrm>
        <a:graphic>
          <a:graphicData uri="http://schemas.openxmlformats.org/drawingml/2006/table">
            <a:tbl>
              <a:tblPr/>
              <a:tblGrid>
                <a:gridCol w="561872">
                  <a:extLst>
                    <a:ext uri="{9D8B030D-6E8A-4147-A177-3AD203B41FA5}">
                      <a16:colId xmlns:a16="http://schemas.microsoft.com/office/drawing/2014/main" val="2545178586"/>
                    </a:ext>
                  </a:extLst>
                </a:gridCol>
                <a:gridCol w="2953586">
                  <a:extLst>
                    <a:ext uri="{9D8B030D-6E8A-4147-A177-3AD203B41FA5}">
                      <a16:colId xmlns:a16="http://schemas.microsoft.com/office/drawing/2014/main" val="2295714059"/>
                    </a:ext>
                  </a:extLst>
                </a:gridCol>
                <a:gridCol w="729987">
                  <a:extLst>
                    <a:ext uri="{9D8B030D-6E8A-4147-A177-3AD203B41FA5}">
                      <a16:colId xmlns:a16="http://schemas.microsoft.com/office/drawing/2014/main" val="1939037546"/>
                    </a:ext>
                  </a:extLst>
                </a:gridCol>
                <a:gridCol w="3899660">
                  <a:extLst>
                    <a:ext uri="{9D8B030D-6E8A-4147-A177-3AD203B41FA5}">
                      <a16:colId xmlns:a16="http://schemas.microsoft.com/office/drawing/2014/main" val="2522621717"/>
                    </a:ext>
                  </a:extLst>
                </a:gridCol>
                <a:gridCol w="3813216">
                  <a:extLst>
                    <a:ext uri="{9D8B030D-6E8A-4147-A177-3AD203B41FA5}">
                      <a16:colId xmlns:a16="http://schemas.microsoft.com/office/drawing/2014/main" val="2313833855"/>
                    </a:ext>
                  </a:extLst>
                </a:gridCol>
              </a:tblGrid>
              <a:tr h="7512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S.No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 fontAlgn="t">
                        <a:lnSpc>
                          <a:spcPct val="200000"/>
                        </a:lnSpc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Title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200000"/>
                        </a:lnSpc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Year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200000"/>
                        </a:lnSpc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Key Contribution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Limitation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740062"/>
                  </a:ext>
                </a:extLst>
              </a:tr>
              <a:tr h="97807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Intelligent Medication Compliance System Using IoT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2024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Developed an IoT-based system to improve medication adherence through timely reminders and monitoring.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Limited cloud-based caregiver support.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576155"/>
                  </a:ext>
                </a:extLst>
              </a:tr>
              <a:tr h="75127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IoT-Enabled Medication Reminder System with Alarm Delay Function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2024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Provided medicine reminders using alarms and notifications for elderly patients.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 medicine intake confirmation feature.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183003"/>
                  </a:ext>
                </a:extLst>
              </a:tr>
              <a:tr h="97807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Smart Pill Box for Home Medication Monitoring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Introduced a smart pill box integrated with IoT for tracking medication usage and cloud storage.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Higher implementation cost due to additional hardware.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813064"/>
                  </a:ext>
                </a:extLst>
              </a:tr>
              <a:tr h="75127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AI-Based Smart Medical Reminder System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Used Artificial Intelligence to generate intelligent medication reminders and improve compliance.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Increased system complexity and cost.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190826"/>
                  </a:ext>
                </a:extLst>
              </a:tr>
              <a:tr h="75127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IoT-Based Remote Healthcare Monitoring System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Enabled remote patient monitoring and caregiver support using cloud technology.</a:t>
                      </a:r>
                      <a:endParaRPr lang="en-IN" sz="150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Focused mainly on monitoring rather than medication confirmation.</a:t>
                      </a:r>
                      <a:endParaRPr lang="en-IN" sz="1500" dirty="0">
                        <a:effectLst/>
                      </a:endParaRPr>
                    </a:p>
                  </a:txBody>
                  <a:tcPr marL="62162" marR="62162" marT="31081" marB="31081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01859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5E7DD37-2262-75BC-4114-2A32200438B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B0AC7A-77B2-E0FD-E055-59121175A6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381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AFEC-037F-6F6E-CA49-F93CAE79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60" y="234197"/>
            <a:ext cx="498348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DA630-9FAD-698D-A7FB-BCBC554C2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609408"/>
            <a:ext cx="10149840" cy="5014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D5D860-B0BB-CF44-7D0C-CB0A94AA427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3FA8A3-A77A-78AE-FA35-FD0D404BE41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88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4074B-A63C-9792-EA41-C0FAE3B1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 Intelligent Medication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Scheduling Unit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44434B-C434-455A-971C-23FF1042C7DD}"/>
              </a:ext>
            </a:extLst>
          </p:cNvPr>
          <p:cNvSpPr txBox="1"/>
          <p:nvPr/>
        </p:nvSpPr>
        <p:spPr>
          <a:xfrm>
            <a:off x="304800" y="1426077"/>
            <a:ext cx="609600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medicine schedules using the RTC module and ensures accurate timing of medication reminders.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0361C8-C6D6-139E-6726-A2A6501346D3}"/>
              </a:ext>
            </a:extLst>
          </p:cNvPr>
          <p:cNvSpPr txBox="1"/>
          <p:nvPr/>
        </p:nvSpPr>
        <p:spPr>
          <a:xfrm>
            <a:off x="8696960" y="1741037"/>
            <a:ext cx="1960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RTC Module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A9D9EF-A9B9-823C-C8BD-A5ED4CE8537F}"/>
              </a:ext>
            </a:extLst>
          </p:cNvPr>
          <p:cNvSpPr txBox="1"/>
          <p:nvPr/>
        </p:nvSpPr>
        <p:spPr>
          <a:xfrm>
            <a:off x="233680" y="3114040"/>
            <a:ext cx="6096000" cy="3585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medicine schedules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current time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medication timing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 reminder events 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 Medication Scheduling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DC1FEFF-11BE-9EB8-31DB-4AF7529A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185160"/>
            <a:ext cx="3276600" cy="34436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A6315B1-8519-89CB-F519-48D6F349EFB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141C948-99FA-7748-2A74-9781E51097E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8146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199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05A9-5429-6B57-DC36-2BC0709F7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560" y="500062"/>
            <a:ext cx="98298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2:Smart Reminder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&amp; Notification Unit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40464-F44C-5A2B-F4F5-FB99B9C3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1561465"/>
            <a:ext cx="6101080" cy="1171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alerts and notifications when it is time for the patient to take medicine.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188F7-37EE-F9EB-115D-F7D65864034D}"/>
              </a:ext>
            </a:extLst>
          </p:cNvPr>
          <p:cNvSpPr txBox="1"/>
          <p:nvPr/>
        </p:nvSpPr>
        <p:spPr>
          <a:xfrm>
            <a:off x="6908800" y="1643896"/>
            <a:ext cx="228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Blynk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FDD72-F056-2F30-38F9-48B81B252389}"/>
              </a:ext>
            </a:extLst>
          </p:cNvPr>
          <p:cNvSpPr txBox="1"/>
          <p:nvPr/>
        </p:nvSpPr>
        <p:spPr>
          <a:xfrm>
            <a:off x="167640" y="3029377"/>
            <a:ext cx="3810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reminder messages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acknowledgments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Medicine Reminder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Notification Alert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5FB10B-2541-A1D0-4A38-4A66E6D9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87212"/>
            <a:ext cx="5029200" cy="2653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D6E2A9-8028-9B34-AEC7-532480B4482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56070F-DE10-11B5-A19A-5C39860EC83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5582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5698-4DE3-7C08-03EA-1180420D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477" y="284353"/>
            <a:ext cx="8935720" cy="132556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Medication Compliance and Cloud Tracking Unit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F527F-8599-D762-5363-1D74E842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530" y="1534510"/>
            <a:ext cx="10073640" cy="147637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records whether the patient has taken the medicine and stores the information in the cloud.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9FDCDD-5E07-D5A0-EED4-2D74C90342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358B91-A6D6-C153-2ECF-BAD5D173A9A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55848F-7595-58F1-9953-804E7E416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154" y="2550163"/>
            <a:ext cx="9705691" cy="411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1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22884A-E55C-A0FE-AC04-79206CCB246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1D57B5-D073-349F-475C-F59E5D72CF8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DB8DC6-78E2-A04D-591D-4BEF88567CC8}"/>
              </a:ext>
            </a:extLst>
          </p:cNvPr>
          <p:cNvSpPr txBox="1"/>
          <p:nvPr/>
        </p:nvSpPr>
        <p:spPr>
          <a:xfrm>
            <a:off x="2862700" y="172598"/>
            <a:ext cx="71992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Real-Time Patient     Health Monitoring 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C4679-B0B1-8DC1-E6AE-925D6D6FB8B5}"/>
              </a:ext>
            </a:extLst>
          </p:cNvPr>
          <p:cNvSpPr txBox="1"/>
          <p:nvPr/>
        </p:nvSpPr>
        <p:spPr>
          <a:xfrm>
            <a:off x="1219200" y="1506414"/>
            <a:ext cx="8842715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monitoring unit that continuously measures the patient’s vital health parameters using sensors and provides real-time health information.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D8602-C118-07F8-53D7-5E956A76F58E}"/>
              </a:ext>
            </a:extLst>
          </p:cNvPr>
          <p:cNvSpPr txBox="1"/>
          <p:nvPr/>
        </p:nvSpPr>
        <p:spPr>
          <a:xfrm>
            <a:off x="469392" y="2566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4D78A-A03C-045A-8D40-55EF927596D8}"/>
              </a:ext>
            </a:extLst>
          </p:cNvPr>
          <p:cNvSpPr txBox="1"/>
          <p:nvPr/>
        </p:nvSpPr>
        <p:spPr>
          <a:xfrm>
            <a:off x="1125675" y="2963798"/>
            <a:ext cx="609600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Measures </a:t>
            </a:r>
            <a:r>
              <a:rPr lang="en-IN" b="1" dirty="0"/>
              <a:t>heart rate, SpO₂, and body temperature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Processes sensor readings.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Continuously monitors patient health.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Identifies abnormal readings based on predefined limits.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3104C3-D8D2-3D8C-96B1-04F808984021}"/>
              </a:ext>
            </a:extLst>
          </p:cNvPr>
          <p:cNvSpPr txBox="1"/>
          <p:nvPr/>
        </p:nvSpPr>
        <p:spPr>
          <a:xfrm>
            <a:off x="633984" y="47062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BCA694-E336-34B4-09E0-9A3B16AA8D65}"/>
              </a:ext>
            </a:extLst>
          </p:cNvPr>
          <p:cNvSpPr txBox="1"/>
          <p:nvPr/>
        </p:nvSpPr>
        <p:spPr>
          <a:xfrm>
            <a:off x="1219200" y="5147437"/>
            <a:ext cx="609600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Real-time health readings</a:t>
            </a:r>
            <a:r>
              <a:rPr lang="en-IN" dirty="0"/>
              <a:t> such as Heart Rate: 78 BPM, SpO₂: 98%, Temperature: 36.8°C.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0CBAD47-EA33-9B9D-7B00-FABE47B5B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3044952"/>
            <a:ext cx="4297680" cy="26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9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D0EA28-31B8-3C59-EF98-2A56D6DCD10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1ABBA9-4C6A-BB3A-99B8-25CD8F8B28E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F9A646-5DE6-5278-2B28-CB71D495C9BE}"/>
              </a:ext>
            </a:extLst>
          </p:cNvPr>
          <p:cNvSpPr txBox="1"/>
          <p:nvPr/>
        </p:nvSpPr>
        <p:spPr>
          <a:xfrm>
            <a:off x="2702774" y="150763"/>
            <a:ext cx="7559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Emergency Alert &amp; Caregiver Notification 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11E235-C5E7-A584-C477-9D93A80A9879}"/>
              </a:ext>
            </a:extLst>
          </p:cNvPr>
          <p:cNvSpPr txBox="1"/>
          <p:nvPr/>
        </p:nvSpPr>
        <p:spPr>
          <a:xfrm>
            <a:off x="1492468" y="1521881"/>
            <a:ext cx="9215155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alert unit that analyzes medication and health status and notifies the caregiver when a missed dose or abnormal health condition is detected.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7232B-B945-FB49-E938-267B257CC187}"/>
              </a:ext>
            </a:extLst>
          </p:cNvPr>
          <p:cNvSpPr txBox="1"/>
          <p:nvPr/>
        </p:nvSpPr>
        <p:spPr>
          <a:xfrm>
            <a:off x="729025" y="25431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7FF28-390C-4836-EA42-C7809417AA5B}"/>
              </a:ext>
            </a:extLst>
          </p:cNvPr>
          <p:cNvSpPr txBox="1"/>
          <p:nvPr/>
        </p:nvSpPr>
        <p:spPr>
          <a:xfrm>
            <a:off x="1666046" y="2857303"/>
            <a:ext cx="6096000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medication and abnormal vital signs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emergency alerts.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notifications to caregivers through IoT/mobile interface.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patient status for remote monitoring</a:t>
            </a:r>
            <a:r>
              <a:rPr lang="en-IN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8C420-AC97-FDEE-CDED-5819C7788E07}"/>
              </a:ext>
            </a:extLst>
          </p:cNvPr>
          <p:cNvSpPr txBox="1"/>
          <p:nvPr/>
        </p:nvSpPr>
        <p:spPr>
          <a:xfrm>
            <a:off x="881028" y="49298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9CD544-1274-7A91-132B-BF441DCBBD5A}"/>
              </a:ext>
            </a:extLst>
          </p:cNvPr>
          <p:cNvSpPr txBox="1"/>
          <p:nvPr/>
        </p:nvSpPr>
        <p:spPr>
          <a:xfrm>
            <a:off x="1671340" y="5336119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Alert/notification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“Medicine Missed” or “Abnormal SpO₂ Detected”, along with the patient’s current status.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42CC15-FE99-4204-C118-B586C42B6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049" y="2268748"/>
            <a:ext cx="4101215" cy="433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5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B12A-59D0-99FA-CC1D-E70FAC25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480" y="141605"/>
            <a:ext cx="559308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51F0A4-A576-2DFE-C673-C978DEAD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39" y="1319313"/>
            <a:ext cx="7628281" cy="49915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A83254-0BA2-1F10-A584-414F42C0FC9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C89B7C-6A15-8AB1-44B0-4FF4F46E9AA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77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57D8-28D0-2913-0630-F5570726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263525"/>
            <a:ext cx="52578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25F010-D141-238F-CABF-EE871562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589088"/>
            <a:ext cx="8910320" cy="4486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80EA9-E71F-7AB4-9BB6-C6D4A256C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788" y="5796240"/>
            <a:ext cx="1698012" cy="914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3EC16A-F837-185B-1B9E-A3C75B278CC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EBD9F7-54CD-8B26-6DE8-618C0884CC84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3074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A80D-2EDA-38D7-659D-5F786629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480" y="210502"/>
            <a:ext cx="766572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 &amp; Results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77B52-3799-078D-842F-1C6A60B7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53934" y="855027"/>
            <a:ext cx="4549774" cy="62128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0C4D62-42E5-7940-5F4B-54E641BB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312" y="1536065"/>
            <a:ext cx="3229928" cy="4700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047C6D-BF80-C993-7221-4AE80C6B94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5A9740-943C-E38D-026A-F818A8D7F6E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081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BC61-A613-519F-BFB3-34F209B9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8780" y="500062"/>
            <a:ext cx="656082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F2C09-85B9-CD6D-C781-3E794411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1" y="1477963"/>
            <a:ext cx="3693160" cy="473773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medication reminders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use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cost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connectivity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Remote caregiver support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missed medication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patient safety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elderly patients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201F3-7FBC-8FB1-D8EE-ABA371039E15}"/>
              </a:ext>
            </a:extLst>
          </p:cNvPr>
          <p:cNvSpPr txBox="1"/>
          <p:nvPr/>
        </p:nvSpPr>
        <p:spPr>
          <a:xfrm>
            <a:off x="4372610" y="1477963"/>
            <a:ext cx="3693160" cy="326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Healthcare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Care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 Patients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Management Systems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Healthcare Solutions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410D3-D2B4-7B78-7E03-CB1728D9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1" y="1825625"/>
            <a:ext cx="4114800" cy="3612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372C9D-D35D-6A13-2544-5E15CF36CA8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63D7E3-6611-F295-CAC3-A4E5DB245A4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8146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1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80F1-4860-78E9-A253-3A86B4B0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880" y="324485"/>
            <a:ext cx="580644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CD6C2-9EDE-C3E6-EDEF-B9022EB94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650048"/>
            <a:ext cx="6304280" cy="470789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Medicine Reminders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voice alerts in multiple languages for better accessibility. </a:t>
            </a:r>
          </a:p>
          <a:p>
            <a:pPr algn="just">
              <a:lnSpc>
                <a:spcPct val="17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Pill Box Integration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detect whether the medicine compartment has been opened. </a:t>
            </a:r>
          </a:p>
          <a:p>
            <a:pPr algn="just">
              <a:lnSpc>
                <a:spcPct val="17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and WhatsApp Notifications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 reminder and missed-dose alerts through SMS or WhatsApp. </a:t>
            </a:r>
          </a:p>
          <a:p>
            <a:pPr algn="just">
              <a:lnSpc>
                <a:spcPct val="17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Sensor Integration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heart rate, temperature for complete patient monitoring. </a:t>
            </a:r>
          </a:p>
          <a:p>
            <a:pPr algn="just">
              <a:lnSpc>
                <a:spcPct val="17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Medication Management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Artificial Intelligence to provide personalized medicine schedules and adherence analysis.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B3069-D4ED-DD9B-2056-6C7D438FF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91" y="1650048"/>
            <a:ext cx="4338709" cy="4465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EEEDA-E105-A371-85EE-7F628D91FC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A940A5-EB97-7278-4F66-5F4C569F28B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8146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6777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D3B5-CAA4-8B0F-CE7C-DDED7DCB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860" y="222885"/>
            <a:ext cx="401828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0B2F1-D0F6-E48A-A47E-200737E6A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IoT-Enabled Smart Medicine Reminder System provides an efficient solution for medication management by combining automated reminders, cloud-based tracking, and caregiver support. The system improves medication adherence, reduces missed doses, and enhances patient care through IoT technology.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95A3E-22CB-3E52-6F07-DD62CD68B43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A821AA-9C59-1A43-21DB-A49AC1CF42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398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D425-7CD2-F52F-4236-15A4414E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63525"/>
            <a:ext cx="29718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51B14-F39F-45F9-EAD3-E757507D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88744"/>
            <a:ext cx="11353800" cy="5032375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H. D. Vu et al.,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Pill Box: An IoT-Integrated Application for Monitoring Patient Medication Usage at Home,”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2024 9th International Conference on Cloud Computing and Internet of Things (CCIOT 2024)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DOI: 10.1145/3704304.3704308. </a:t>
            </a:r>
          </a:p>
          <a:p>
            <a:pPr>
              <a:lnSpc>
                <a:spcPct val="170000"/>
              </a:lnSpc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</a:t>
            </a:r>
            <a:r>
              <a:rPr lang="en-IN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Mardhiyyah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“IoT-Enabled Medication Reminder System with Alarm Delay Function,”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 </a:t>
            </a:r>
            <a:r>
              <a:rPr lang="en-IN" sz="4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Jurnal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Teknik Elektro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3, pp. 1–6, Sept. 2024. DOI: 10.52005/fidelity.v6i3.234. </a:t>
            </a:r>
          </a:p>
          <a:p>
            <a:pPr>
              <a:lnSpc>
                <a:spcPct val="170000"/>
              </a:lnSpc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“Intelligent Medication Compliance System for Patients Using IoT,”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Intelligent Computing and Communication Technologies (ICICT 2024)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2024. DOI: 10.1109/ICICT62343.2024.00075. </a:t>
            </a:r>
          </a:p>
          <a:p>
            <a:pPr>
              <a:lnSpc>
                <a:spcPct val="170000"/>
              </a:lnSpc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Sasipriya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et al.,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“Enhancing Medication Adherence in Smart Medical Reminder Systems Using the AI-MA Algorithm,”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5, 2025. </a:t>
            </a:r>
          </a:p>
          <a:p>
            <a:pPr>
              <a:lnSpc>
                <a:spcPct val="170000"/>
              </a:lnSpc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Multi-Sensor IoT Platform for Monitoring Medicine Storage Beyond the Hospital,”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Journal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D5EC0-8EB7-044C-00B2-0874F8CE31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860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54E806-7C9A-A137-E631-9030E1314E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8146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3235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6863-ADFA-46A6-4586-0317E239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90FCA-E132-E781-5764-EF7AB5734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73DC3-35E1-6611-8988-B4430DEB4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317500"/>
            <a:ext cx="11484428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8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1003</Words>
  <Application>Microsoft Office PowerPoint</Application>
  <PresentationFormat>Widescreen</PresentationFormat>
  <Paragraphs>147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IoT-Enabled Smart Medicine Reminder System with Real-Time Patient Monitoring </vt:lpstr>
      <vt:lpstr>INTRODUCTION</vt:lpstr>
      <vt:lpstr>PROBLEM STATEMENT</vt:lpstr>
      <vt:lpstr>OBJECTIVES</vt:lpstr>
      <vt:lpstr>LITERATURE REVIEW</vt:lpstr>
      <vt:lpstr>System Architecture</vt:lpstr>
      <vt:lpstr>Module 1 :  Intelligent Medication                   Scheduling Unit </vt:lpstr>
      <vt:lpstr>Module 2:Smart Reminder                                      &amp; Notification Unit </vt:lpstr>
      <vt:lpstr>Module 3 : Medication Compliance and Cloud Tracking Unit </vt:lpstr>
      <vt:lpstr>PowerPoint Presentation</vt:lpstr>
      <vt:lpstr>PowerPoint Presentation</vt:lpstr>
      <vt:lpstr>Hardware Components</vt:lpstr>
      <vt:lpstr>CIRCUIT DIAGRAM</vt:lpstr>
      <vt:lpstr>Project Demonstration &amp; Results</vt:lpstr>
      <vt:lpstr>Advantages &amp; Applications </vt:lpstr>
      <vt:lpstr>Future Enhancements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Nayana tp</dc:creator>
  <cp:lastModifiedBy>Mandem Nandhini</cp:lastModifiedBy>
  <cp:revision>5</cp:revision>
  <dcterms:created xsi:type="dcterms:W3CDTF">2026-06-21T09:17:21Z</dcterms:created>
  <dcterms:modified xsi:type="dcterms:W3CDTF">2026-09-04T11:29:39Z</dcterms:modified>
</cp:coreProperties>
</file>